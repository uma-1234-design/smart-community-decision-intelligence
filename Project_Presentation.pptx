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Title details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 details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Solution details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Architecture details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Tech Stack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Demo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Impact details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Future Scope details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